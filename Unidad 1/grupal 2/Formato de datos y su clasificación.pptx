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935E56D-EAE9-4BD9-BAD5-E415AC8D63B9}">
          <p14:sldIdLst>
            <p14:sldId id="256"/>
            <p14:sldId id="257"/>
            <p14:sldId id="258"/>
            <p14:sldId id="259"/>
          </p14:sldIdLst>
        </p14:section>
        <p14:section name="--------------------" id="{322397C8-778D-4209-B89E-39B04AF0BC99}">
          <p14:sldIdLst>
            <p14:sldId id="260"/>
            <p14:sldId id="261"/>
          </p14:sldIdLst>
        </p14:section>
        <p14:section name="-----------------" id="{6AA26FB6-9FDE-49A9-8830-99A7CC962091}">
          <p14:sldIdLst>
            <p14:sldId id="262"/>
            <p14:sldId id="263"/>
          </p14:sldIdLst>
        </p14:section>
        <p14:section name="-----------" id="{F7682E69-AB05-4FE7-BA06-41193387D038}">
          <p14:sldIdLst>
            <p14:sldId id="264"/>
            <p14:sldId id="265"/>
          </p14:sldIdLst>
        </p14:section>
        <p14:section name="-------------" id="{9623D978-F3D6-44E0-9481-5738378B6A5D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310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18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630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98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26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80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0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15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2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631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956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2004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553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201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6876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262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275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A793-C945-4B6F-B534-BC42C4C7CAE4}" type="datetimeFigureOut">
              <a:rPr lang="es-ES" smtClean="0"/>
              <a:t>09/07/2026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C72B5-9EA6-439E-AEB0-F920E0E1AA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6321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DD1A1-04EB-702F-7371-8A027234F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989091"/>
            <a:ext cx="7604142" cy="1117687"/>
          </a:xfrm>
        </p:spPr>
        <p:txBody>
          <a:bodyPr/>
          <a:lstStyle/>
          <a:p>
            <a:r>
              <a:rPr lang="es-ES" sz="4400" dirty="0"/>
              <a:t>Formato de datos y su clasificación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AE9305-DA76-24EA-398D-D32D6E4A0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2821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1C268-F5A7-9D07-1A0C-6638DDDE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CSV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6AAED7-5007-EE1F-C2A8-358A0881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Tipo:</a:t>
            </a:r>
            <a:br>
              <a:rPr lang="es-ES" dirty="0"/>
            </a:br>
            <a:r>
              <a:rPr lang="es-ES" dirty="0"/>
              <a:t>-Estructurado</a:t>
            </a:r>
            <a:br>
              <a:rPr lang="es-ES" dirty="0"/>
            </a:br>
            <a:endParaRPr lang="es-ES" dirty="0"/>
          </a:p>
          <a:p>
            <a:r>
              <a:rPr lang="es-ES" dirty="0" err="1"/>
              <a:t>Informacion</a:t>
            </a:r>
            <a:r>
              <a:rPr lang="es-ES" dirty="0"/>
              <a:t> que contiene:</a:t>
            </a:r>
            <a:br>
              <a:rPr lang="es-ES" dirty="0"/>
            </a:br>
            <a:r>
              <a:rPr lang="es-ES" dirty="0"/>
              <a:t>-Ventas, clientes, inventarios, empleados.</a:t>
            </a:r>
          </a:p>
          <a:p>
            <a:endParaRPr lang="es-ES" dirty="0"/>
          </a:p>
          <a:p>
            <a:r>
              <a:rPr lang="es-ES" dirty="0"/>
              <a:t>En que empresa se puede utilizar:</a:t>
            </a:r>
            <a:br>
              <a:rPr lang="es-ES" dirty="0"/>
            </a:br>
            <a:r>
              <a:rPr lang="es-ES" dirty="0"/>
              <a:t>-Supermercados, bancos, tiendas</a:t>
            </a:r>
          </a:p>
        </p:txBody>
      </p:sp>
    </p:spTree>
    <p:extLst>
      <p:ext uri="{BB962C8B-B14F-4D97-AF65-F5344CB8AC3E}">
        <p14:creationId xmlns:p14="http://schemas.microsoft.com/office/powerpoint/2010/main" val="293738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19769-A62D-C2C8-481F-1BDCFD12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D0EDE2-E546-A807-4EBF-9E3055F5B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Tipo:</a:t>
            </a:r>
            <a:br>
              <a:rPr lang="es-ES" dirty="0"/>
            </a:br>
            <a:r>
              <a:rPr lang="es-ES" dirty="0"/>
              <a:t>-Estructurado</a:t>
            </a:r>
            <a:br>
              <a:rPr lang="es-ES" dirty="0"/>
            </a:br>
            <a:endParaRPr lang="es-ES" dirty="0"/>
          </a:p>
          <a:p>
            <a:r>
              <a:rPr lang="es-ES" dirty="0" err="1"/>
              <a:t>Informacion</a:t>
            </a:r>
            <a:r>
              <a:rPr lang="es-ES" dirty="0"/>
              <a:t> que contiene:</a:t>
            </a:r>
            <a:br>
              <a:rPr lang="es-ES" dirty="0"/>
            </a:br>
            <a:r>
              <a:rPr lang="es-ES" dirty="0"/>
              <a:t>- Reportes, inventarios, Presupuestos…</a:t>
            </a:r>
          </a:p>
          <a:p>
            <a:r>
              <a:rPr lang="es-ES" dirty="0"/>
              <a:t>En que empresa se puede utilizar:</a:t>
            </a:r>
            <a:br>
              <a:rPr lang="es-ES" dirty="0"/>
            </a:br>
            <a:r>
              <a:rPr lang="es-ES" dirty="0"/>
              <a:t>- Empresas de cualquier tipo que necesite registrar actividad de la empresa o clientes</a:t>
            </a:r>
          </a:p>
        </p:txBody>
      </p:sp>
    </p:spTree>
    <p:extLst>
      <p:ext uri="{BB962C8B-B14F-4D97-AF65-F5344CB8AC3E}">
        <p14:creationId xmlns:p14="http://schemas.microsoft.com/office/powerpoint/2010/main" val="9588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52A21-D99D-32A8-11A8-69383840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XML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110E8D-641B-0879-8A02-5C0001CE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Tipo:</a:t>
            </a:r>
            <a:br>
              <a:rPr lang="es-ES" dirty="0"/>
            </a:br>
            <a:r>
              <a:rPr lang="es-ES" dirty="0"/>
              <a:t>-No estructurado</a:t>
            </a:r>
            <a:br>
              <a:rPr lang="es-ES" dirty="0"/>
            </a:br>
            <a:endParaRPr lang="es-ES" dirty="0"/>
          </a:p>
          <a:p>
            <a:r>
              <a:rPr lang="es-ES" dirty="0" err="1"/>
              <a:t>Informacion</a:t>
            </a:r>
            <a:r>
              <a:rPr lang="es-ES" dirty="0"/>
              <a:t> que contiene:</a:t>
            </a:r>
            <a:br>
              <a:rPr lang="es-ES" dirty="0"/>
            </a:br>
            <a:r>
              <a:rPr lang="es-ES" dirty="0"/>
              <a:t>-Diccionarios, etiquetas, </a:t>
            </a:r>
            <a:r>
              <a:rPr lang="es-ES" dirty="0" err="1"/>
              <a:t>Catalogos</a:t>
            </a:r>
            <a:endParaRPr lang="es-ES" dirty="0"/>
          </a:p>
          <a:p>
            <a:endParaRPr lang="es-ES" dirty="0"/>
          </a:p>
          <a:p>
            <a:r>
              <a:rPr lang="es-ES" dirty="0"/>
              <a:t>En que empresa se puede utilizar:</a:t>
            </a:r>
            <a:br>
              <a:rPr lang="es-ES" dirty="0"/>
            </a:br>
            <a:r>
              <a:rPr lang="es-ES" dirty="0"/>
              <a:t>-Empresas tecnológicas con software, </a:t>
            </a:r>
            <a:r>
              <a:rPr lang="es-ES" dirty="0" err="1"/>
              <a:t>API’s</a:t>
            </a:r>
            <a:r>
              <a:rPr lang="es-ES" dirty="0"/>
              <a:t>, integración de sistemas, Empresas de comercio electrónico y telecomunicaciones</a:t>
            </a:r>
          </a:p>
        </p:txBody>
      </p:sp>
    </p:spTree>
    <p:extLst>
      <p:ext uri="{BB962C8B-B14F-4D97-AF65-F5344CB8AC3E}">
        <p14:creationId xmlns:p14="http://schemas.microsoft.com/office/powerpoint/2010/main" val="90097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32300-3530-866A-F36D-338AA7A0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D27B83-4CFC-BFED-EF50-A440984A1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Tipo:</a:t>
            </a:r>
            <a:br>
              <a:rPr lang="es-ES" dirty="0"/>
            </a:br>
            <a:r>
              <a:rPr lang="es-ES" dirty="0"/>
              <a:t>-Semiestructurado</a:t>
            </a:r>
            <a:br>
              <a:rPr lang="es-ES" dirty="0"/>
            </a:br>
            <a:endParaRPr lang="es-ES" dirty="0"/>
          </a:p>
          <a:p>
            <a:r>
              <a:rPr lang="es-ES" dirty="0" err="1"/>
              <a:t>Informacion</a:t>
            </a:r>
            <a:r>
              <a:rPr lang="es-ES" dirty="0"/>
              <a:t> que contiene:</a:t>
            </a:r>
            <a:br>
              <a:rPr lang="es-ES" dirty="0"/>
            </a:br>
            <a:r>
              <a:rPr lang="es-ES" dirty="0"/>
              <a:t>-Productos, usuarios, Datos de API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En que empresa se puede utilizar:</a:t>
            </a:r>
            <a:br>
              <a:rPr lang="es-ES" dirty="0"/>
            </a:br>
            <a:r>
              <a:rPr lang="es-ES" dirty="0"/>
              <a:t>- Empresas tecnológicas con software, </a:t>
            </a:r>
            <a:r>
              <a:rPr lang="es-ES" dirty="0" err="1"/>
              <a:t>API’s</a:t>
            </a:r>
            <a:r>
              <a:rPr lang="es-ES" dirty="0"/>
              <a:t>, integración de sistemas, Empresas de comercio electrónico y telecomunicaciones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68828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A175C-EFE7-A759-1602-49B2FB8C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SQL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B85F2-031D-48FF-7C3E-38F68E11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Tipo:</a:t>
            </a:r>
            <a:br>
              <a:rPr lang="es-ES" dirty="0"/>
            </a:br>
            <a:r>
              <a:rPr lang="es-ES" dirty="0"/>
              <a:t>-Estructurado</a:t>
            </a:r>
            <a:br>
              <a:rPr lang="es-ES" dirty="0"/>
            </a:br>
            <a:endParaRPr lang="es-ES" dirty="0"/>
          </a:p>
          <a:p>
            <a:r>
              <a:rPr lang="es-ES" dirty="0" err="1"/>
              <a:t>Informacion</a:t>
            </a:r>
            <a:r>
              <a:rPr lang="es-ES" dirty="0"/>
              <a:t> que contiene:</a:t>
            </a:r>
            <a:br>
              <a:rPr lang="es-ES" dirty="0"/>
            </a:br>
            <a:r>
              <a:rPr lang="es-ES" dirty="0"/>
              <a:t>-Datos de tablas asignadas, datos de ventas o clientes</a:t>
            </a:r>
          </a:p>
          <a:p>
            <a:endParaRPr lang="es-ES" dirty="0"/>
          </a:p>
          <a:p>
            <a:r>
              <a:rPr lang="es-ES" dirty="0"/>
              <a:t>En que empresa se puede utilizar:</a:t>
            </a:r>
            <a:br>
              <a:rPr lang="es-ES" dirty="0"/>
            </a:br>
            <a:r>
              <a:rPr lang="es-ES" dirty="0"/>
              <a:t>- Comercio electrónico, Empresas de redes sociales, cualquier tipo de empresa que registre datos, Empresa de </a:t>
            </a:r>
            <a:r>
              <a:rPr lang="es-ES" dirty="0" err="1"/>
              <a:t>logistica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57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DB3D6-6261-C2AC-8C9F-3F258FC2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Numero de columnas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43EE039-3F0A-C7FB-55ED-39F3C62AD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655" y="3192018"/>
            <a:ext cx="5153025" cy="13335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303B056-4D55-1C24-EA25-4B91E508037B}"/>
              </a:ext>
            </a:extLst>
          </p:cNvPr>
          <p:cNvSpPr txBox="1"/>
          <p:nvPr/>
        </p:nvSpPr>
        <p:spPr>
          <a:xfrm>
            <a:off x="749808" y="2213610"/>
            <a:ext cx="4471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ES" dirty="0"/>
            </a:br>
            <a:r>
              <a:rPr lang="es-ES" dirty="0"/>
              <a:t>4 columnas</a:t>
            </a:r>
            <a:br>
              <a:rPr lang="es-ES" dirty="0"/>
            </a:br>
            <a:r>
              <a:rPr lang="es-ES" dirty="0"/>
              <a:t>6 filas</a:t>
            </a:r>
          </a:p>
        </p:txBody>
      </p:sp>
    </p:spTree>
    <p:extLst>
      <p:ext uri="{BB962C8B-B14F-4D97-AF65-F5344CB8AC3E}">
        <p14:creationId xmlns:p14="http://schemas.microsoft.com/office/powerpoint/2010/main" val="15659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CA8D-52FB-F256-1426-59A0138F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Numero aproximado de registros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2B15B-BD89-6926-E3DD-E74677D9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3 registros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3B38D19-2FC4-865D-ABAE-0F049A934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111" y="2474119"/>
            <a:ext cx="50006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5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417EA-37A1-183F-A8CE-1ADBD85D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Campos </a:t>
            </a:r>
            <a:r>
              <a:rPr lang="es-ES" dirty="0" err="1"/>
              <a:t>numericos</a:t>
            </a:r>
            <a:endParaRPr lang="es-ES" dirty="0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30F89707-4074-717B-2794-38263C973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Ejemplo:</a:t>
            </a:r>
            <a:br>
              <a:rPr lang="es-ES" dirty="0"/>
            </a:br>
            <a:r>
              <a:rPr lang="es-ES" dirty="0"/>
              <a:t>Decimales: 0.19</a:t>
            </a:r>
            <a:br>
              <a:rPr lang="es-ES" dirty="0"/>
            </a:br>
            <a:r>
              <a:rPr lang="es-ES" dirty="0"/>
              <a:t>Entero: 5</a:t>
            </a:r>
          </a:p>
          <a:p>
            <a:pPr marL="0" indent="0">
              <a:buNone/>
            </a:pPr>
            <a:r>
              <a:rPr lang="es-ES" dirty="0"/>
              <a:t>  </a:t>
            </a:r>
            <a:r>
              <a:rPr lang="es-ES" dirty="0" err="1"/>
              <a:t>Int</a:t>
            </a:r>
            <a:r>
              <a:rPr lang="es-ES" dirty="0"/>
              <a:t>: 54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71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12EB2-4C95-E7DB-0A32-03D7D6B6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Campos de 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2F9D8-D516-4058-3429-98AF1ACE6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Ejemplo:</a:t>
            </a:r>
          </a:p>
          <a:p>
            <a:r>
              <a:rPr lang="es-ES" dirty="0"/>
              <a:t>String: “ Hola “</a:t>
            </a:r>
          </a:p>
          <a:p>
            <a:r>
              <a:rPr lang="es-ES" dirty="0"/>
              <a:t>Date: “14 De Febrero”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34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E872-14F4-21BB-042A-5ABA38AE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Posibles 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F7A17F-9324-2DD4-4327-332B552C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796935" cy="3599316"/>
          </a:xfrm>
        </p:spPr>
        <p:txBody>
          <a:bodyPr>
            <a:normAutofit/>
          </a:bodyPr>
          <a:lstStyle/>
          <a:p>
            <a:r>
              <a:rPr lang="es-ES" sz="1200" dirty="0"/>
              <a:t>Campos vacíos (valores nulos): Registros donde falta información en uno o más campos, ya sea porque no se capturó, no se ingresó o se perdió en el proceso. Dificulta el análisis y puede generar errores en cálculos o reportes.</a:t>
            </a:r>
          </a:p>
          <a:p>
            <a:r>
              <a:rPr lang="es-ES" sz="1200" dirty="0"/>
              <a:t>Formatos inconsistentes: La misma información se representa de distintas formas (ej. fechas como "01/07/2026" y "2026-07-01", o "CR" vs "Costa Rica"). Esto complica la comparación, el filtrado y la integración de datos de distintas fuentes.</a:t>
            </a:r>
          </a:p>
          <a:p>
            <a:r>
              <a:rPr lang="es-ES" sz="1200" dirty="0"/>
              <a:t>Duplicados: Registros repetidos que representan la misma entidad o evento (ej. un mismo cliente registrado dos veces con ligeras variaciones). Puede inflar estadísticas, sesgar resultados y generar redundancia innecesaria.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55D521-3C88-83CC-6BA2-E1DB241C8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69631"/>
            <a:ext cx="5434414" cy="34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48558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26</TotalTime>
  <Words>403</Words>
  <Application>Microsoft Office PowerPoint</Application>
  <PresentationFormat>Panorámica</PresentationFormat>
  <Paragraphs>40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Berlín</vt:lpstr>
      <vt:lpstr>Formato de datos y su clasificación</vt:lpstr>
      <vt:lpstr>CSV</vt:lpstr>
      <vt:lpstr>Excel</vt:lpstr>
      <vt:lpstr>XML</vt:lpstr>
      <vt:lpstr>JSON</vt:lpstr>
      <vt:lpstr>SQL</vt:lpstr>
      <vt:lpstr>Numero de columnas</vt:lpstr>
      <vt:lpstr>Numero aproximado de registros</vt:lpstr>
      <vt:lpstr>Campos numericos</vt:lpstr>
      <vt:lpstr>Campos de texto</vt:lpstr>
      <vt:lpstr>Posibles problemas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 VILLALOBOS SANCHEZ</dc:creator>
  <cp:lastModifiedBy>EDUARDO  VILLALOBOS SANCHEZ</cp:lastModifiedBy>
  <cp:revision>1</cp:revision>
  <dcterms:created xsi:type="dcterms:W3CDTF">2026-07-09T16:40:25Z</dcterms:created>
  <dcterms:modified xsi:type="dcterms:W3CDTF">2026-07-09T17:06:28Z</dcterms:modified>
</cp:coreProperties>
</file>